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7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848"/>
    <a:srgbClr val="0432FF"/>
    <a:srgbClr val="000000"/>
    <a:srgbClr val="FFD2FA"/>
    <a:srgbClr val="FF40FF"/>
    <a:srgbClr val="A8FFC8"/>
    <a:srgbClr val="95C5CF"/>
    <a:srgbClr val="73FDD6"/>
    <a:srgbClr val="26525A"/>
    <a:srgbClr val="BDDA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47"/>
    <p:restoredTop sz="78161" autoAdjust="0"/>
  </p:normalViewPr>
  <p:slideViewPr>
    <p:cSldViewPr snapToGrid="0">
      <p:cViewPr varScale="1">
        <p:scale>
          <a:sx n="131" d="100"/>
          <a:sy n="131" d="100"/>
        </p:scale>
        <p:origin x="2560" y="176"/>
      </p:cViewPr>
      <p:guideLst/>
    </p:cSldViewPr>
  </p:slideViewPr>
  <p:outlineViewPr>
    <p:cViewPr>
      <p:scale>
        <a:sx n="33" d="100"/>
        <a:sy n="33" d="100"/>
      </p:scale>
      <p:origin x="0" y="-142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4" d="100"/>
          <a:sy n="124" d="100"/>
        </p:scale>
        <p:origin x="424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546CD-0611-7545-8F55-072F0299D80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A3637-B08E-7B43-A90A-62B08360F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7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A3637-B08E-7B43-A90A-62B08360F3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80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B3C9-7587-400B-9089-7D6809A8E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6582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490DD-AF35-4587-B9D1-45880B35A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66257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77CEA-0F08-414B-85DA-AD475AA6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3E4A9-EA34-4567-B147-19B31A85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FBDAB-5AE3-464F-850D-FA7CF8C0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EEF23D-5748-7D16-3D6D-2E58507408F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6" b="29266"/>
          <a:stretch/>
        </p:blipFill>
        <p:spPr bwMode="auto">
          <a:xfrm>
            <a:off x="0" y="4320222"/>
            <a:ext cx="12192000" cy="253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37259-DFAA-ED23-6728-C3CD4D6AF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21359" y="0"/>
            <a:ext cx="570641" cy="102440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W–Madison red crest logo&#10;">
            <a:extLst>
              <a:ext uri="{FF2B5EF4-FFF2-40B4-BE49-F238E27FC236}">
                <a16:creationId xmlns:a16="http://schemas.microsoft.com/office/drawing/2014/main" id="{F55F496D-B449-2D87-1A41-C5B24DA064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78618" y="153819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7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74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0B6B-A3DD-445F-B3AD-713250EF5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6F9CC-3B71-43C8-9C61-1625ECC20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DE658-772C-4C1A-9320-5ADBBF24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087A3-385C-4E4C-BE8D-86A29799B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6E31D-5A28-412B-A42B-151E3858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1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0881-F277-4A4F-99FC-BB81FC79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FE642-6C27-43DA-8F2A-AA0DE0379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E5B62-6FF7-4867-8A4B-DA2245A45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40964-CEB0-41E0-938F-45F795FB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AE6C7-DC66-45B7-8C47-539EE759D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C33A2-1CB9-4FA0-A57F-A2C6B21F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5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FA06-9A5E-4F69-BB47-F6F782F2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07E60-BF84-4F02-B48F-E47252646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77017-E975-4C86-A998-CBE8BA8D6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E6722-AA3A-4DA3-8B7E-7E1461363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ACFAF-81EB-4E48-A140-B998C5B26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466816-E31F-4CFF-9425-5A2DF34D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569C1-09A8-44CF-BF37-8438D248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1EEC0-A903-44CA-A137-A025A64C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6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1E3D-53FE-4E14-911B-1FD1767F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B257E-1EF7-47FA-AFDF-02522B412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EC39A-33A7-44F0-BB90-58D79BE1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F787F-858B-48DE-B005-40B2D668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2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13D3A-3C17-493D-9D6B-38590483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EC6B2-EFEF-4325-9347-421330B6A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B540-2BFA-4DB0-B445-01FA7785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2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EF9B-1E8A-4145-BD80-65C32FCD7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91F1F-DE67-4D48-AAEF-F07261665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79707-49DB-4FFA-9EE0-7D506E0DE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74BF2-494E-47DC-9EA2-57BD686D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D2759-2D89-447E-A96D-AC1481794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E77C4-09CB-42A0-B7FF-689DF117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6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3526-62C5-4413-BA99-66C29734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91C0C-975F-4D26-9315-CBAF7FEF7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05C5D-FAAB-4342-BB7F-4A04A914F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552DD-2F27-47AC-951B-A6EA84CD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EDCFE-FA9C-4188-AAC4-FBBCA9C6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AD5D0-9FF2-4617-A44F-64927DDB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9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6B3B-2EE8-413C-AEA9-00A7F5B0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D52A2-4981-453B-8E40-388997381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96B23-F8EC-4AF7-860F-1B81BEA0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51F13-26D7-4F75-A69F-318D3808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51EE4-67A6-4519-A097-EBE2D9EE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8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2BCC41-7250-4AB4-B8F3-B870458CF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BD655-0285-45AF-B586-88C5C117D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7C908-D48E-477D-BD83-D17831A8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E4267-80A7-4BD6-9D8A-3B8E0D01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02BE3-BAA5-4467-A768-40AA633B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5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0C16CA-149A-4554-A7AC-6378DFDB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006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D363A-813E-4BB3-889B-1C499FDAA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0179"/>
            <a:ext cx="10515600" cy="4776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BF87A-DE19-4D5C-9AE2-525B279B1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A369C-CB3F-4260-86E8-FD3F54C73225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80B64-0FEF-47A9-B912-97DDB82F3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032B-1D13-4647-9C70-987EDB3CB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A56C3-0575-495C-8ADB-1C1A5EF7C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76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task flow&#10;&#10;AI-generated content may be incorrect.">
            <a:extLst>
              <a:ext uri="{FF2B5EF4-FFF2-40B4-BE49-F238E27FC236}">
                <a16:creationId xmlns:a16="http://schemas.microsoft.com/office/drawing/2014/main" id="{9914420D-A6F8-87D5-4815-EF7A02645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14" b="28502"/>
          <a:stretch/>
        </p:blipFill>
        <p:spPr>
          <a:xfrm>
            <a:off x="496111" y="1009130"/>
            <a:ext cx="2619262" cy="2688076"/>
          </a:xfrm>
          <a:prstGeom prst="rect">
            <a:avLst/>
          </a:prstGeom>
        </p:spPr>
      </p:pic>
      <p:pic>
        <p:nvPicPr>
          <p:cNvPr id="1028" name="Picture 1027" descr="A diagram of a task flow&#10;&#10;AI-generated content may be incorrect.">
            <a:extLst>
              <a:ext uri="{FF2B5EF4-FFF2-40B4-BE49-F238E27FC236}">
                <a16:creationId xmlns:a16="http://schemas.microsoft.com/office/drawing/2014/main" id="{5C49A8E9-C4AA-38EF-F3C0-C430E45A82B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EFF"/>
              </a:clrFrom>
              <a:clrTo>
                <a:srgbClr val="FD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14" b="28502"/>
          <a:stretch/>
        </p:blipFill>
        <p:spPr>
          <a:xfrm>
            <a:off x="3365452" y="1009130"/>
            <a:ext cx="2619262" cy="268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68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52923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Pao-I Chen</dc:creator>
  <cp:lastModifiedBy>Tsung-Wei Huang</cp:lastModifiedBy>
  <cp:revision>8016</cp:revision>
  <cp:lastPrinted>2022-01-12T22:22:07Z</cp:lastPrinted>
  <dcterms:created xsi:type="dcterms:W3CDTF">2021-01-05T18:50:35Z</dcterms:created>
  <dcterms:modified xsi:type="dcterms:W3CDTF">2025-08-27T21:45:59Z</dcterms:modified>
</cp:coreProperties>
</file>